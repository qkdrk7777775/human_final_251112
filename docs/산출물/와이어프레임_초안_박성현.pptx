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02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65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1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7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5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2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6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38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05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69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C31B6-9123-42DA-ADF9-C64D0361D8FF}" type="datetimeFigureOut">
              <a:rPr lang="ko-KR" altLang="en-US" smtClean="0"/>
              <a:t>2025-11-26 Wednesday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67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703367" y="1156830"/>
            <a:ext cx="8819148" cy="4944979"/>
            <a:chOff x="421105" y="421105"/>
            <a:chExt cx="8819148" cy="4944979"/>
          </a:xfrm>
        </p:grpSpPr>
        <p:sp>
          <p:nvSpPr>
            <p:cNvPr id="2" name="직사각형 1"/>
            <p:cNvSpPr/>
            <p:nvPr/>
          </p:nvSpPr>
          <p:spPr>
            <a:xfrm>
              <a:off x="421105" y="421105"/>
              <a:ext cx="8819148" cy="494497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4168" y="490208"/>
              <a:ext cx="1144936" cy="333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LOGO</a:t>
              </a: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1717" y="480683"/>
              <a:ext cx="1866900" cy="34290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1128" y="490208"/>
              <a:ext cx="619125" cy="323850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484168" y="1019503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FF0000"/>
                  </a:solidFill>
                </a:rPr>
                <a:t>트레이닝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84167" y="2017294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식단</a:t>
              </a:r>
              <a:endParaRPr lang="ko-KR" altLang="en-US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84166" y="3015085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커뮤니티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543503" y="1019503"/>
              <a:ext cx="6558456" cy="38152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711668" y="1502979"/>
              <a:ext cx="6219021" cy="1968972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영상 출력</a:t>
              </a:r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711669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추가 영상</a:t>
              </a:r>
              <a:endParaRPr lang="ko-KR" altLang="en-US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938311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추가 영상</a:t>
              </a:r>
              <a:endParaRPr lang="ko-KR" altLang="en-US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164952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추가 영상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701989" y="1167574"/>
              <a:ext cx="1092245" cy="254407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mtClean="0"/>
                <a:t>커리큘럼</a:t>
              </a:r>
              <a:endParaRPr lang="ko-KR" altLang="en-US" sz="14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930868" y="1167574"/>
              <a:ext cx="2667969" cy="254407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일자</a:t>
              </a:r>
              <a:endParaRPr lang="ko-KR" altLang="en-US" sz="1400" dirty="0"/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9490840" y="1225933"/>
            <a:ext cx="412549" cy="323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구독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07419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703367" y="1156830"/>
            <a:ext cx="8819148" cy="4944979"/>
            <a:chOff x="421105" y="421105"/>
            <a:chExt cx="8819148" cy="4944979"/>
          </a:xfrm>
        </p:grpSpPr>
        <p:sp>
          <p:nvSpPr>
            <p:cNvPr id="2" name="직사각형 1"/>
            <p:cNvSpPr/>
            <p:nvPr/>
          </p:nvSpPr>
          <p:spPr>
            <a:xfrm>
              <a:off x="421105" y="421105"/>
              <a:ext cx="8819148" cy="494497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4168" y="490208"/>
              <a:ext cx="1144936" cy="333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LOGO</a:t>
              </a: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1717" y="480683"/>
              <a:ext cx="1866900" cy="34290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1128" y="490208"/>
              <a:ext cx="619125" cy="323850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484168" y="1019503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트레이닝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84167" y="2017294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FF0000"/>
                  </a:solidFill>
                </a:rPr>
                <a:t>식단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84166" y="3015085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커뮤니티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543503" y="1019503"/>
              <a:ext cx="6558456" cy="38152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711668" y="1502979"/>
              <a:ext cx="6219021" cy="1968972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u="sng" dirty="0" smtClean="0"/>
                <a:t>식단 가이드</a:t>
              </a:r>
              <a:r>
                <a:rPr lang="en-US" altLang="ko-KR" u="sng" dirty="0" smtClean="0"/>
                <a:t/>
              </a:r>
              <a:br>
                <a:rPr lang="en-US" altLang="ko-KR" u="sng" dirty="0" smtClean="0"/>
              </a:br>
              <a:r>
                <a:rPr lang="ko-KR" altLang="en-US" u="sng" dirty="0" err="1" smtClean="0"/>
                <a:t>음식리스트</a:t>
              </a:r>
              <a:r>
                <a:rPr lang="ko-KR" altLang="en-US" u="sng" dirty="0" smtClean="0"/>
                <a:t> </a:t>
              </a:r>
              <a:r>
                <a:rPr lang="en-US" altLang="ko-KR" u="sng" dirty="0" smtClean="0"/>
                <a:t>or </a:t>
              </a:r>
              <a:r>
                <a:rPr lang="ko-KR" altLang="en-US" u="sng" dirty="0" smtClean="0"/>
                <a:t>영상</a:t>
              </a:r>
              <a:endParaRPr lang="ko-KR" altLang="en-US" u="sng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711669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추천 음식</a:t>
              </a:r>
              <a:r>
                <a:rPr lang="en-US" altLang="ko-KR" dirty="0" smtClean="0"/>
                <a:t/>
              </a:r>
              <a:br>
                <a:rPr lang="en-US" altLang="ko-KR" dirty="0" smtClean="0"/>
              </a:br>
              <a:r>
                <a:rPr lang="ko-KR" altLang="en-US" dirty="0" smtClean="0"/>
                <a:t>이미지</a:t>
              </a:r>
              <a:r>
                <a:rPr lang="en-US" altLang="ko-KR" dirty="0" smtClean="0"/>
                <a:t>or</a:t>
              </a:r>
              <a:r>
                <a:rPr lang="ko-KR" altLang="en-US" dirty="0" smtClean="0"/>
                <a:t>영상</a:t>
              </a:r>
              <a:endParaRPr lang="ko-KR" altLang="en-US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938311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추천 음식</a:t>
              </a:r>
              <a:r>
                <a:rPr lang="en-US" altLang="ko-KR" dirty="0"/>
                <a:t/>
              </a:r>
              <a:br>
                <a:rPr lang="en-US" altLang="ko-KR" dirty="0"/>
              </a:br>
              <a:r>
                <a:rPr lang="ko-KR" altLang="en-US" dirty="0"/>
                <a:t>이미지</a:t>
              </a:r>
              <a:r>
                <a:rPr lang="en-US" altLang="ko-KR" dirty="0"/>
                <a:t>or</a:t>
              </a:r>
              <a:r>
                <a:rPr lang="ko-KR" altLang="en-US" dirty="0"/>
                <a:t>영상</a:t>
              </a:r>
              <a:endParaRPr lang="ko-KR" altLang="en-US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164952" y="3667871"/>
              <a:ext cx="1765738" cy="95503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추천 음식</a:t>
              </a:r>
              <a:r>
                <a:rPr lang="en-US" altLang="ko-KR" dirty="0"/>
                <a:t/>
              </a:r>
              <a:br>
                <a:rPr lang="en-US" altLang="ko-KR" dirty="0"/>
              </a:br>
              <a:r>
                <a:rPr lang="ko-KR" altLang="en-US" dirty="0"/>
                <a:t>이미지</a:t>
              </a:r>
              <a:r>
                <a:rPr lang="en-US" altLang="ko-KR" dirty="0"/>
                <a:t>or</a:t>
              </a:r>
              <a:r>
                <a:rPr lang="ko-KR" altLang="en-US" dirty="0"/>
                <a:t>영상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701989" y="1167574"/>
              <a:ext cx="1092245" cy="254407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mtClean="0"/>
                <a:t>커리큘럼</a:t>
              </a:r>
              <a:endParaRPr lang="ko-KR" altLang="en-US" sz="14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930868" y="1167574"/>
              <a:ext cx="2667969" cy="254407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날짜</a:t>
              </a:r>
              <a:endParaRPr lang="ko-KR" altLang="en-US" sz="1400" dirty="0"/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9490840" y="1225933"/>
            <a:ext cx="412549" cy="323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구독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9712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703367" y="1156830"/>
            <a:ext cx="8819148" cy="4944979"/>
            <a:chOff x="421105" y="421105"/>
            <a:chExt cx="8819148" cy="4944979"/>
          </a:xfrm>
        </p:grpSpPr>
        <p:sp>
          <p:nvSpPr>
            <p:cNvPr id="2" name="직사각형 1"/>
            <p:cNvSpPr/>
            <p:nvPr/>
          </p:nvSpPr>
          <p:spPr>
            <a:xfrm>
              <a:off x="421105" y="421105"/>
              <a:ext cx="8819148" cy="494497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4168" y="490208"/>
              <a:ext cx="1144936" cy="333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LOGO</a:t>
              </a: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1717" y="480683"/>
              <a:ext cx="1866900" cy="34290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1128" y="490208"/>
              <a:ext cx="619125" cy="323850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484168" y="1019503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트레이닝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84167" y="2017294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식단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84166" y="3015085"/>
              <a:ext cx="1922701" cy="798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FF0000"/>
                  </a:solidFill>
                </a:rPr>
                <a:t>커뮤니티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543503" y="1019503"/>
              <a:ext cx="6558456" cy="38152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918" y="1997952"/>
            <a:ext cx="6414091" cy="3204665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9490840" y="1225933"/>
            <a:ext cx="412549" cy="323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구독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0771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35</Words>
  <Application>Microsoft Office PowerPoint</Application>
  <PresentationFormat>와이드스크린</PresentationFormat>
  <Paragraphs>27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20</cp:revision>
  <dcterms:created xsi:type="dcterms:W3CDTF">2025-11-17T00:48:58Z</dcterms:created>
  <dcterms:modified xsi:type="dcterms:W3CDTF">2025-11-26T06:18:45Z</dcterms:modified>
</cp:coreProperties>
</file>