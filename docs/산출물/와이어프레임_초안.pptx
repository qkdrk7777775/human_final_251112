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659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51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70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25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24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58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86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38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05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69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90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C31B6-9123-42DA-ADF9-C64D0361D8F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67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3" y="142022"/>
            <a:ext cx="10045948" cy="657395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9484271" y="695929"/>
            <a:ext cx="2707729" cy="941647"/>
            <a:chOff x="11358724" y="247196"/>
            <a:chExt cx="2707729" cy="941647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1700" y="247196"/>
              <a:ext cx="1009791" cy="29531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1358724" y="542512"/>
              <a:ext cx="27077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Dropdown </a:t>
              </a:r>
              <a:r>
                <a:rPr lang="ko-KR" altLang="en-US" dirty="0" smtClean="0"/>
                <a:t>형태로 할지</a:t>
              </a:r>
              <a:r>
                <a:rPr lang="en-US" altLang="ko-KR" dirty="0" smtClean="0"/>
                <a:t>?</a:t>
              </a:r>
            </a:p>
            <a:p>
              <a:r>
                <a:rPr lang="ko-KR" altLang="en-US" dirty="0" smtClean="0"/>
                <a:t>링크로 할지</a:t>
              </a:r>
              <a:r>
                <a:rPr lang="en-US" altLang="ko-KR" dirty="0" smtClean="0"/>
                <a:t>?</a:t>
              </a:r>
              <a:endParaRPr lang="ko-KR" altLang="en-US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042639" y="3058066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/>
              <a:t>홈</a:t>
            </a:r>
            <a:r>
              <a:rPr lang="ko-KR" altLang="en-US" smtClean="0"/>
              <a:t> </a:t>
            </a:r>
            <a:r>
              <a:rPr lang="ko-KR" altLang="en-US" dirty="0" smtClean="0"/>
              <a:t>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419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1264"/>
          <a:stretch/>
        </p:blipFill>
        <p:spPr>
          <a:xfrm>
            <a:off x="1228720" y="90847"/>
            <a:ext cx="9887805" cy="6676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00973" y="2592399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운동 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1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47" y="138086"/>
            <a:ext cx="9825504" cy="65818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51772" y="2761733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/>
              <a:t>식단 </a:t>
            </a:r>
            <a:r>
              <a:rPr lang="ko-KR" altLang="en-US" dirty="0" smtClean="0"/>
              <a:t>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68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453" y="149896"/>
            <a:ext cx="7991095" cy="6558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0138" y="2967335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개인정보 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824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90" y="326323"/>
            <a:ext cx="8875018" cy="6205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51772" y="2761733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커뮤니티 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805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595" y="413642"/>
            <a:ext cx="7636810" cy="60307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98" y="1025154"/>
            <a:ext cx="2485525" cy="4990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5775" y="2371035"/>
            <a:ext cx="30508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/>
              <a:t>로그인 및 회원가입 </a:t>
            </a:r>
            <a:r>
              <a:rPr lang="ko-KR" altLang="en-US" dirty="0" smtClean="0"/>
              <a:t>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858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51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5</cp:revision>
  <dcterms:created xsi:type="dcterms:W3CDTF">2025-11-17T00:48:58Z</dcterms:created>
  <dcterms:modified xsi:type="dcterms:W3CDTF">2025-11-17T03:04:00Z</dcterms:modified>
</cp:coreProperties>
</file>