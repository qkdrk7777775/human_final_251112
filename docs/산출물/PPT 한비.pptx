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HomeFit 전체 페이지 구성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HomeFit 서비스 UX 와이어프레임 구성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홈 화면 (Home)</a:t>
            </a: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889200"/>
            <a:ext cx="9144000" cy="5968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운동 페이지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7349" y="946995"/>
            <a:ext cx="8369301" cy="59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78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식단 페이지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7349" y="946995"/>
            <a:ext cx="8369301" cy="5911004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3674" y="946995"/>
            <a:ext cx="8756651" cy="59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23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ROM</a:t>
            </a:r>
            <a:r>
              <a:rPr lang="ko-KR" altLang="en-US"/>
              <a:t> 페이지 </a:t>
            </a:r>
            <a:endParaRPr lang="ko-KR" altLang="en-US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1308239"/>
            <a:ext cx="5124150" cy="2120760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75587" y="3429000"/>
            <a:ext cx="5311212" cy="32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41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19</ep:Words>
  <ep:PresentationFormat>On-screen Show (4:3)</ep:PresentationFormat>
  <ep:Paragraphs>6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HomeFit 전체 페이지 구성</vt:lpstr>
      <vt:lpstr>홈 화면 (Home)</vt:lpstr>
      <vt:lpstr>운동 페이지</vt:lpstr>
      <vt:lpstr>식단 페이지</vt:lpstr>
      <vt:lpstr>ROM 페이지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human</cp:lastModifiedBy>
  <dcterms:modified xsi:type="dcterms:W3CDTF">2025-11-26T07:10:42.244</dcterms:modified>
  <cp:revision>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